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0"/>
  </p:notesMasterIdLst>
  <p:sldIdLst>
    <p:sldId id="256" r:id="rId2"/>
    <p:sldId id="265" r:id="rId3"/>
    <p:sldId id="259" r:id="rId4"/>
    <p:sldId id="261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476" autoAdjust="0"/>
  </p:normalViewPr>
  <p:slideViewPr>
    <p:cSldViewPr snapToGrid="0">
      <p:cViewPr varScale="1">
        <p:scale>
          <a:sx n="121" d="100"/>
          <a:sy n="121" d="100"/>
        </p:scale>
        <p:origin x="17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524D0B-2C70-45B5-A49F-D7DEB3BE309B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489ED0-11FC-40EE-80EF-AB0F97504A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42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how the logic for finding the next possible time slot proved more challenging than 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489ED0-11FC-40EE-80EF-AB0F97504AD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155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489ED0-11FC-40EE-80EF-AB0F97504AD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99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242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14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20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944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203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16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630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695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860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262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08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959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2563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6738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5709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6286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2209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F5B00B55-602D-480B-B8A4-970AC33E9DED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132F085E-20EA-451A-B109-002237B3E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279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1F93D-AAB8-3127-4CED-EAB3BB7179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Calendar Assessment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7313D7-4846-D3E5-9A1B-B07186C5B7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CLI Calendar Management Application in Java</a:t>
            </a:r>
          </a:p>
          <a:p>
            <a:r>
              <a:rPr lang="en-US" dirty="0"/>
              <a:t>By: Alex Schatz</a:t>
            </a:r>
          </a:p>
        </p:txBody>
      </p:sp>
    </p:spTree>
    <p:extLst>
      <p:ext uri="{BB962C8B-B14F-4D97-AF65-F5344CB8AC3E}">
        <p14:creationId xmlns:p14="http://schemas.microsoft.com/office/powerpoint/2010/main" val="27550819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23AE0-F98D-57B5-9111-1973F1E18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&amp; Desing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21049-FE0A-ECBA-3E1E-6712932FB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CLI Calander management application</a:t>
            </a:r>
          </a:p>
          <a:p>
            <a:r>
              <a:rPr lang="en-US" dirty="0"/>
              <a:t>Focus on days to encapsulate events for easy access</a:t>
            </a:r>
          </a:p>
          <a:p>
            <a:r>
              <a:rPr lang="en-US" dirty="0"/>
              <a:t>Events are stored in a day, Days are stored in a Month</a:t>
            </a:r>
          </a:p>
          <a:p>
            <a:r>
              <a:rPr lang="en-US" dirty="0"/>
              <a:t>User interaction is managed with the </a:t>
            </a:r>
            <a:r>
              <a:rPr lang="en-US" dirty="0" err="1"/>
              <a:t>CommandInterface</a:t>
            </a:r>
            <a:r>
              <a:rPr lang="en-US" dirty="0"/>
              <a:t> Class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858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F1BFF-3F70-44D6-1295-18F02D42C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4DB28-8AC0-7072-C91A-5884950C0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View days and event counts</a:t>
            </a:r>
          </a:p>
          <a:p>
            <a:r>
              <a:rPr lang="en-US" dirty="0"/>
              <a:t>View all events for each day</a:t>
            </a:r>
          </a:p>
          <a:p>
            <a:r>
              <a:rPr lang="en-US" dirty="0"/>
              <a:t>Add, remove and modify any event</a:t>
            </a:r>
          </a:p>
          <a:p>
            <a:r>
              <a:rPr lang="en-US" dirty="0"/>
              <a:t>Avoid schedule conflicts</a:t>
            </a:r>
          </a:p>
          <a:p>
            <a:r>
              <a:rPr lang="en-US" dirty="0"/>
              <a:t>Find available time slots</a:t>
            </a:r>
          </a:p>
          <a:p>
            <a:r>
              <a:rPr lang="en-US" dirty="0"/>
              <a:t>Input validation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4774E1-8BA7-C035-BF2C-B56DC2733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4071" y="2438399"/>
            <a:ext cx="3238952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601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14A08-CECE-75AB-A54C-578F386BC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Conflict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FC95-C97F-D096-3B5B-A5D6E6DD5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prevent overlapping events from being scheduled</a:t>
            </a:r>
          </a:p>
          <a:p>
            <a:r>
              <a:rPr lang="en-US" dirty="0"/>
              <a:t> If a conflict is detected, the user is prompted to enter a different time.</a:t>
            </a:r>
          </a:p>
          <a:p>
            <a:r>
              <a:rPr lang="en-US" dirty="0"/>
              <a:t>Also avoids conflicts when modifying start time and end times for events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45B572-AC0B-EFCD-7A0D-7E69A3B38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072" y="5097777"/>
            <a:ext cx="8249801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84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9045C-EB1F-7D4D-C60B-160E3C885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D9937-62EA-F2B4-EB87-C66C7F067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Compile</a:t>
            </a:r>
          </a:p>
          <a:p>
            <a:pPr marL="0" indent="0">
              <a:buNone/>
            </a:pPr>
            <a:r>
              <a:rPr lang="en-US" dirty="0" err="1"/>
              <a:t>javac</a:t>
            </a:r>
            <a:r>
              <a:rPr lang="en-US" dirty="0"/>
              <a:t> .\</a:t>
            </a:r>
            <a:r>
              <a:rPr lang="en-US" dirty="0" err="1"/>
              <a:t>src</a:t>
            </a:r>
            <a:r>
              <a:rPr lang="en-US" dirty="0"/>
              <a:t>\*.java</a:t>
            </a:r>
          </a:p>
          <a:p>
            <a:r>
              <a:rPr lang="en-US" b="1" dirty="0"/>
              <a:t>run</a:t>
            </a:r>
          </a:p>
          <a:p>
            <a:pPr marL="0" indent="0">
              <a:buNone/>
            </a:pPr>
            <a:r>
              <a:rPr lang="en-US" dirty="0"/>
              <a:t>java .\</a:t>
            </a:r>
            <a:r>
              <a:rPr lang="en-US" dirty="0" err="1"/>
              <a:t>src</a:t>
            </a:r>
            <a:r>
              <a:rPr lang="en-US" dirty="0"/>
              <a:t>\CommandInterface.java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2CB8AE-EA9B-3859-E7B1-987EC92B3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6093" y="738292"/>
            <a:ext cx="2395132" cy="5726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9855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6F5FB-948D-F045-35C9-27AB6C95F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A6DF1-44E1-0E25-E483-E2F2F109B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Save and Load Calendar</a:t>
            </a:r>
          </a:p>
          <a:p>
            <a:r>
              <a:rPr lang="en-US" dirty="0"/>
              <a:t>Support Real Calendar Dates and Years</a:t>
            </a:r>
          </a:p>
          <a:p>
            <a:r>
              <a:rPr lang="en-US" dirty="0"/>
              <a:t>Add Recuring Events</a:t>
            </a:r>
          </a:p>
          <a:p>
            <a:r>
              <a:rPr lang="en-US" dirty="0"/>
              <a:t>Add Event Categories</a:t>
            </a:r>
          </a:p>
          <a:p>
            <a:r>
              <a:rPr lang="en-US" dirty="0"/>
              <a:t>Exports schedules to CSV or JSON</a:t>
            </a:r>
          </a:p>
          <a:p>
            <a:r>
              <a:rPr lang="en-US" dirty="0"/>
              <a:t>Improve Time and Display using HH:MM Formatting</a:t>
            </a:r>
          </a:p>
          <a:p>
            <a:r>
              <a:rPr lang="en-US" dirty="0"/>
              <a:t>Utile RealTime such as the Java Date and Time API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831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825E6-F105-1580-0939-3C4D15F4A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E8D327-EA99-979B-031F-6A50A6B1F8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Test 1: Event Listing — Verify chronological ordering and filtering → PASS </a:t>
            </a:r>
          </a:p>
          <a:p>
            <a:r>
              <a:rPr lang="en-US" sz="2000" dirty="0"/>
              <a:t>Test 2: Event Removal — Verify events are removed and ordering remains intact → PASS </a:t>
            </a:r>
          </a:p>
          <a:p>
            <a:r>
              <a:rPr lang="en-US" sz="2000" dirty="0"/>
              <a:t>Test 3: Conflict Detection — Verify overlapping events are rejected → PASS </a:t>
            </a:r>
          </a:p>
          <a:p>
            <a:r>
              <a:rPr lang="en-US" sz="2000" dirty="0"/>
              <a:t>Test 4: Event Modification — Verify titles and descriptions can be updated → PASS </a:t>
            </a:r>
          </a:p>
          <a:p>
            <a:pPr>
              <a:buNone/>
            </a:pPr>
            <a:r>
              <a:rPr lang="en-US" sz="2000" dirty="0"/>
              <a:t>How to Run Tests:</a:t>
            </a:r>
            <a:br>
              <a:rPr lang="en-US" sz="2000" dirty="0"/>
            </a:br>
            <a:r>
              <a:rPr lang="en-US" sz="2000" dirty="0"/>
              <a:t>Execute  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java .\</a:t>
            </a:r>
            <a:r>
              <a:rPr lang="en-US" sz="1600" b="0" dirty="0" err="1">
                <a:effectLst/>
                <a:latin typeface="Consolas" panose="020B0609020204030204" pitchFamily="49" charset="0"/>
              </a:rPr>
              <a:t>src</a:t>
            </a:r>
            <a:r>
              <a:rPr lang="en-US" sz="1600" b="0" dirty="0">
                <a:effectLst/>
                <a:latin typeface="Consolas" panose="020B0609020204030204" pitchFamily="49" charset="0"/>
              </a:rPr>
              <a:t>\ Test.java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59A81C-54B0-16A8-10FB-EFAE462B2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4744572"/>
            <a:ext cx="3784966" cy="20839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95CD49-8980-3F10-53C0-4A23CDFB6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744572"/>
            <a:ext cx="1987115" cy="2079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203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C78AB-B908-A80D-CF3A-86D8A0C93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9DD41-8E56-4B02-8CB7-E8A87C0A0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Object-Oriented Programming principles</a:t>
            </a:r>
          </a:p>
          <a:p>
            <a:r>
              <a:rPr lang="en-US" dirty="0"/>
              <a:t>Data management using custom classes</a:t>
            </a:r>
          </a:p>
          <a:p>
            <a:r>
              <a:rPr lang="en-US" dirty="0"/>
              <a:t>User input handling and validation</a:t>
            </a:r>
          </a:p>
          <a:p>
            <a:r>
              <a:rPr lang="en-US" dirty="0"/>
              <a:t>Event scheduling algorithms</a:t>
            </a:r>
          </a:p>
          <a:p>
            <a:r>
              <a:rPr lang="en-US" dirty="0"/>
              <a:t>Conflict detection and resolution</a:t>
            </a:r>
          </a:p>
          <a:p>
            <a:r>
              <a:rPr lang="en-US" dirty="0"/>
              <a:t>CLI application development in Java</a:t>
            </a:r>
          </a:p>
        </p:txBody>
      </p:sp>
    </p:spTree>
    <p:extLst>
      <p:ext uri="{BB962C8B-B14F-4D97-AF65-F5344CB8AC3E}">
        <p14:creationId xmlns:p14="http://schemas.microsoft.com/office/powerpoint/2010/main" val="19256098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48</TotalTime>
  <Words>294</Words>
  <Application>Microsoft Office PowerPoint</Application>
  <PresentationFormat>Widescreen</PresentationFormat>
  <Paragraphs>48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Consolas</vt:lpstr>
      <vt:lpstr>Corbel</vt:lpstr>
      <vt:lpstr>Parallax</vt:lpstr>
      <vt:lpstr>Calendar Assessment</vt:lpstr>
      <vt:lpstr>Approach &amp; Desing</vt:lpstr>
      <vt:lpstr>Key Features</vt:lpstr>
      <vt:lpstr>Conflict detection</vt:lpstr>
      <vt:lpstr>How to run</vt:lpstr>
      <vt:lpstr>Future Improvements</vt:lpstr>
      <vt:lpstr>Testing</vt:lpstr>
      <vt:lpstr>Learning Outcomes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Schatz</dc:creator>
  <cp:lastModifiedBy>Alex Schatz</cp:lastModifiedBy>
  <cp:revision>3</cp:revision>
  <dcterms:created xsi:type="dcterms:W3CDTF">2026-06-11T12:48:37Z</dcterms:created>
  <dcterms:modified xsi:type="dcterms:W3CDTF">2026-06-11T13:37:07Z</dcterms:modified>
</cp:coreProperties>
</file>