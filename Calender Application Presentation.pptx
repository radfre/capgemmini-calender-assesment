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2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0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1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3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9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6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6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08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5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56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73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70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2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2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B00B55-602D-480B-B8A4-970AC33E9DE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2F085E-20EA-451A-B109-002237B3E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F93D-AAB8-3127-4CED-EAB3BB717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Calendar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313D7-4846-D3E5-9A1B-B07186C5B7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CLI Calendar Management Application in Java</a:t>
            </a:r>
          </a:p>
          <a:p>
            <a:r>
              <a:rPr lang="en-US" dirty="0"/>
              <a:t>By: Alex Schatz</a:t>
            </a:r>
          </a:p>
        </p:txBody>
      </p:sp>
    </p:spTree>
    <p:extLst>
      <p:ext uri="{BB962C8B-B14F-4D97-AF65-F5344CB8AC3E}">
        <p14:creationId xmlns:p14="http://schemas.microsoft.com/office/powerpoint/2010/main" val="275508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FC5D-115B-B625-2C54-65A72372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B5F89-5D8A-7CE7-36C3-FC6F82A8A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Line Management Application in java</a:t>
            </a:r>
          </a:p>
          <a:p>
            <a:r>
              <a:rPr lang="en-US" dirty="0"/>
              <a:t>Create </a:t>
            </a:r>
          </a:p>
          <a:p>
            <a:r>
              <a:rPr lang="en-US" dirty="0"/>
              <a:t>Manage</a:t>
            </a:r>
          </a:p>
          <a:p>
            <a:r>
              <a:rPr lang="en-US" dirty="0"/>
              <a:t>Organize</a:t>
            </a:r>
          </a:p>
        </p:txBody>
      </p:sp>
    </p:spTree>
    <p:extLst>
      <p:ext uri="{BB962C8B-B14F-4D97-AF65-F5344CB8AC3E}">
        <p14:creationId xmlns:p14="http://schemas.microsoft.com/office/powerpoint/2010/main" val="202508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C2DF-1F98-58C8-9517-020E0D438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and Desing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83ECB-6175-817B-9A04-04453E1E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/>
              <a:t>Orientated Desing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401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</TotalTime>
  <Words>28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Corbel</vt:lpstr>
      <vt:lpstr>Parallax</vt:lpstr>
      <vt:lpstr>Calendar Assessment</vt:lpstr>
      <vt:lpstr>Overview</vt:lpstr>
      <vt:lpstr>Approach and Desing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Schatz</dc:creator>
  <cp:lastModifiedBy>Alex Schatz</cp:lastModifiedBy>
  <cp:revision>1</cp:revision>
  <dcterms:created xsi:type="dcterms:W3CDTF">2026-06-11T12:48:37Z</dcterms:created>
  <dcterms:modified xsi:type="dcterms:W3CDTF">2026-06-11T12:56:24Z</dcterms:modified>
</cp:coreProperties>
</file>